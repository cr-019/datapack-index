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33350" y="429260"/>
            <a:ext cx="5262245" cy="1428115"/>
            <a:chOff x="1840" y="2487"/>
            <a:chExt cx="8287" cy="2249"/>
          </a:xfrm>
        </p:grpSpPr>
        <p:sp>
          <p:nvSpPr>
            <p:cNvPr id="4" name="文本框 3"/>
            <p:cNvSpPr txBox="1"/>
            <p:nvPr/>
          </p:nvSpPr>
          <p:spPr>
            <a:xfrm>
              <a:off x="1840" y="2487"/>
              <a:ext cx="828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3600" b="1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 flipV="1">
              <a:off x="1841" y="3522"/>
              <a:ext cx="8286" cy="2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841" y="3720"/>
              <a:ext cx="765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使用数据包制作编译器</a:t>
              </a:r>
              <a:endParaRPr lang="zh-CN" altLang="en-US" sz="36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423910" cy="1844040"/>
            <a:chOff x="5266" y="6745"/>
            <a:chExt cx="13266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214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队列在数据包中的使用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26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一种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particle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指令下的粒子定向发射方法与简单实例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214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如何通过模型映射制作装弹动画？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严文超</cp:lastModifiedBy>
  <cp:revision>172</cp:revision>
  <dcterms:created xsi:type="dcterms:W3CDTF">2019-06-19T02:08:00Z</dcterms:created>
  <dcterms:modified xsi:type="dcterms:W3CDTF">2025-11-14T12:12:49Z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3DC1C09D36CE428196626F61B55E6928_13</vt:lpwstr>
  </property>
</Properties>
</file>