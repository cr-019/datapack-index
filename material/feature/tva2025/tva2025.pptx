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32169100" cy="965136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6" userDrawn="1">
          <p15:clr>
            <a:srgbClr val="A4A3A4"/>
          </p15:clr>
        </p15:guide>
        <p15:guide id="2" pos="101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3006"/>
        <p:guide pos="101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163133" y="1286880"/>
            <a:ext cx="25855998" cy="36174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44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163133" y="5010726"/>
            <a:ext cx="25855998" cy="2072181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380" spc="200"/>
            </a:lvl1pPr>
            <a:lvl2pPr marL="643255" indent="0" algn="ctr">
              <a:buNone/>
              <a:defRPr sz="2815"/>
            </a:lvl2pPr>
            <a:lvl3pPr marL="1287145" indent="0" algn="ctr">
              <a:buNone/>
              <a:defRPr sz="2535"/>
            </a:lvl3pPr>
            <a:lvl4pPr marL="1930400" indent="0" algn="ctr">
              <a:buNone/>
              <a:defRPr sz="2250"/>
            </a:lvl4pPr>
            <a:lvl5pPr marL="2573655" indent="0" algn="ctr">
              <a:buNone/>
              <a:defRPr sz="2250"/>
            </a:lvl5pPr>
            <a:lvl6pPr marL="3216910" indent="0" algn="ctr">
              <a:buNone/>
              <a:defRPr sz="2250"/>
            </a:lvl6pPr>
            <a:lvl7pPr marL="3860800" indent="0" algn="ctr">
              <a:buNone/>
              <a:defRPr sz="2250"/>
            </a:lvl7pPr>
            <a:lvl8pPr marL="4504055" indent="0" algn="ctr">
              <a:buNone/>
              <a:defRPr sz="2250"/>
            </a:lvl8pPr>
            <a:lvl9pPr marL="5147310" indent="0" algn="ctr">
              <a:buNone/>
              <a:defRPr sz="225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05314" y="856231"/>
            <a:ext cx="28943140" cy="99302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605314" y="2097513"/>
            <a:ext cx="28943140" cy="66978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52890" y="5416042"/>
            <a:ext cx="20498620" cy="107915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1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52890" y="6495197"/>
            <a:ext cx="20498620" cy="122101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5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43255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287145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3pPr>
            <a:lvl4pPr marL="193040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4pPr>
            <a:lvl5pPr marL="2573655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5pPr>
            <a:lvl6pPr marL="321691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6pPr>
            <a:lvl7pPr marL="386080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7pPr>
            <a:lvl8pPr marL="4504055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8pPr>
            <a:lvl9pPr marL="514731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05314" y="856231"/>
            <a:ext cx="28943140" cy="99302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605314" y="2112712"/>
            <a:ext cx="13659414" cy="66826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6917536" y="2112712"/>
            <a:ext cx="13659414" cy="66826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05314" y="856231"/>
            <a:ext cx="28943140" cy="99302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05314" y="2011383"/>
            <a:ext cx="14096363" cy="537044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1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3255" indent="0">
              <a:buNone/>
              <a:defRPr sz="2815" b="1"/>
            </a:lvl2pPr>
            <a:lvl3pPr marL="1287145" indent="0">
              <a:buNone/>
              <a:defRPr sz="2535" b="1"/>
            </a:lvl3pPr>
            <a:lvl4pPr marL="1930400" indent="0">
              <a:buNone/>
              <a:defRPr sz="2250" b="1"/>
            </a:lvl4pPr>
            <a:lvl5pPr marL="2573655" indent="0">
              <a:buNone/>
              <a:defRPr sz="2250" b="1"/>
            </a:lvl5pPr>
            <a:lvl6pPr marL="3216910" indent="0">
              <a:buNone/>
              <a:defRPr sz="2250" b="1"/>
            </a:lvl6pPr>
            <a:lvl7pPr marL="3860800" indent="0">
              <a:buNone/>
              <a:defRPr sz="2250" b="1"/>
            </a:lvl7pPr>
            <a:lvl8pPr marL="4504055" indent="0">
              <a:buNone/>
              <a:defRPr sz="2250" b="1"/>
            </a:lvl8pPr>
            <a:lvl9pPr marL="5147310" indent="0">
              <a:buNone/>
              <a:defRPr sz="225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605314" y="2609225"/>
            <a:ext cx="14096363" cy="61861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6453541" y="2000869"/>
            <a:ext cx="14096363" cy="53704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1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3255" indent="0">
              <a:buNone/>
              <a:defRPr sz="2815" b="1"/>
            </a:lvl2pPr>
            <a:lvl3pPr marL="1287145" indent="0">
              <a:buNone/>
              <a:defRPr sz="2535" b="1"/>
            </a:lvl3pPr>
            <a:lvl4pPr marL="1930400" indent="0">
              <a:buNone/>
              <a:defRPr sz="2250" b="1"/>
            </a:lvl4pPr>
            <a:lvl5pPr marL="2573655" indent="0">
              <a:buNone/>
              <a:defRPr sz="2250" b="1"/>
            </a:lvl5pPr>
            <a:lvl6pPr marL="3216910" indent="0">
              <a:buNone/>
              <a:defRPr sz="2250" b="1"/>
            </a:lvl6pPr>
            <a:lvl7pPr marL="3860800" indent="0">
              <a:buNone/>
              <a:defRPr sz="2250" b="1"/>
            </a:lvl7pPr>
            <a:lvl8pPr marL="4504055" indent="0">
              <a:buNone/>
              <a:defRPr sz="2250" b="1"/>
            </a:lvl8pPr>
            <a:lvl9pPr marL="5147310" indent="0">
              <a:buNone/>
              <a:defRPr sz="225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6453541" y="2609225"/>
            <a:ext cx="14096363" cy="61861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05314" y="856231"/>
            <a:ext cx="28943140" cy="99302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605314" y="2188709"/>
            <a:ext cx="13807906" cy="648506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5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6756055" y="2188709"/>
            <a:ext cx="13792399" cy="648506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5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27005365" y="1286880"/>
            <a:ext cx="2754680" cy="70778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94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412720" y="1286880"/>
            <a:ext cx="24193691" cy="7077840"/>
          </a:xfrm>
        </p:spPr>
        <p:txBody>
          <a:bodyPr vert="eaVert" lIns="46800" tIns="46800" rIns="46800" bIns="46800"/>
          <a:lstStyle>
            <a:lvl1pPr marL="321945" indent="-321945">
              <a:spcAft>
                <a:spcPts val="1000"/>
              </a:spcAft>
              <a:defRPr spc="300"/>
            </a:lvl1pPr>
            <a:lvl2pPr marL="965200" indent="-321945">
              <a:defRPr spc="300"/>
            </a:lvl2pPr>
            <a:lvl3pPr marL="1608455" indent="-321945">
              <a:defRPr spc="300"/>
            </a:lvl3pPr>
            <a:lvl4pPr marL="2252345" indent="-321945">
              <a:defRPr spc="300"/>
            </a:lvl4pPr>
            <a:lvl5pPr marL="2895600" indent="-32194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605314" y="1089288"/>
            <a:ext cx="28952639" cy="77162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163133" y="3495855"/>
            <a:ext cx="25855998" cy="143380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44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163133" y="5010726"/>
            <a:ext cx="25855998" cy="66370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38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605314" y="856231"/>
            <a:ext cx="28943140" cy="993026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605314" y="2097513"/>
            <a:ext cx="28943140" cy="669785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614813" y="8886565"/>
            <a:ext cx="7124173" cy="44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10860406" y="8886565"/>
            <a:ext cx="10448787" cy="44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23424281" y="8886565"/>
            <a:ext cx="7124173" cy="44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87145" rtl="0" eaLnBrk="1" fontAlgn="auto" latinLnBrk="0" hangingPunct="1">
        <a:lnSpc>
          <a:spcPct val="100000"/>
        </a:lnSpc>
        <a:spcBef>
          <a:spcPct val="0"/>
        </a:spcBef>
        <a:buNone/>
        <a:defRPr sz="506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21945" indent="-321945" algn="l" defTabSz="128714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5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65200" indent="-321945" algn="l" defTabSz="12871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265680" algn="l"/>
          <a:tab pos="2265680" algn="l"/>
          <a:tab pos="2265680" algn="l"/>
          <a:tab pos="2265680" algn="l"/>
        </a:tabLst>
        <a:defRPr sz="22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608455" indent="-321945" algn="l" defTabSz="12871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2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252345" indent="-321945" algn="l" defTabSz="12871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9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895600" indent="-321945" algn="l" defTabSz="12871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9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538855" indent="-321945" algn="l" defTabSz="1287145" rtl="0" eaLnBrk="1" latinLnBrk="0" hangingPunct="1">
        <a:lnSpc>
          <a:spcPct val="90000"/>
        </a:lnSpc>
        <a:spcBef>
          <a:spcPts val="705"/>
        </a:spcBef>
        <a:buFont typeface="Arial" panose="020B0604020202020204" pitchFamily="34" charset="0"/>
        <a:buChar char="•"/>
        <a:defRPr sz="2535" kern="1200">
          <a:solidFill>
            <a:schemeClr val="tx1"/>
          </a:solidFill>
          <a:latin typeface="+mn-lt"/>
          <a:ea typeface="+mn-ea"/>
          <a:cs typeface="+mn-cs"/>
        </a:defRPr>
      </a:lvl6pPr>
      <a:lvl7pPr marL="4182110" indent="-321945" algn="l" defTabSz="1287145" rtl="0" eaLnBrk="1" latinLnBrk="0" hangingPunct="1">
        <a:lnSpc>
          <a:spcPct val="90000"/>
        </a:lnSpc>
        <a:spcBef>
          <a:spcPts val="705"/>
        </a:spcBef>
        <a:buFont typeface="Arial" panose="020B0604020202020204" pitchFamily="34" charset="0"/>
        <a:buChar char="•"/>
        <a:defRPr sz="2535" kern="1200">
          <a:solidFill>
            <a:schemeClr val="tx1"/>
          </a:solidFill>
          <a:latin typeface="+mn-lt"/>
          <a:ea typeface="+mn-ea"/>
          <a:cs typeface="+mn-cs"/>
        </a:defRPr>
      </a:lvl7pPr>
      <a:lvl8pPr marL="4826000" indent="-321945" algn="l" defTabSz="1287145" rtl="0" eaLnBrk="1" latinLnBrk="0" hangingPunct="1">
        <a:lnSpc>
          <a:spcPct val="90000"/>
        </a:lnSpc>
        <a:spcBef>
          <a:spcPts val="705"/>
        </a:spcBef>
        <a:buFont typeface="Arial" panose="020B0604020202020204" pitchFamily="34" charset="0"/>
        <a:buChar char="•"/>
        <a:defRPr sz="2535" kern="1200">
          <a:solidFill>
            <a:schemeClr val="tx1"/>
          </a:solidFill>
          <a:latin typeface="+mn-lt"/>
          <a:ea typeface="+mn-ea"/>
          <a:cs typeface="+mn-cs"/>
        </a:defRPr>
      </a:lvl8pPr>
      <a:lvl9pPr marL="5469255" indent="-321945" algn="l" defTabSz="1287145" rtl="0" eaLnBrk="1" latinLnBrk="0" hangingPunct="1">
        <a:lnSpc>
          <a:spcPct val="90000"/>
        </a:lnSpc>
        <a:spcBef>
          <a:spcPts val="705"/>
        </a:spcBef>
        <a:buFont typeface="Arial" panose="020B0604020202020204" pitchFamily="34" charset="0"/>
        <a:buChar char="•"/>
        <a:defRPr sz="25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1pPr>
      <a:lvl2pPr marL="643255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2pPr>
      <a:lvl3pPr marL="1287145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3pPr>
      <a:lvl4pPr marL="1930400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4pPr>
      <a:lvl5pPr marL="2573655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5pPr>
      <a:lvl6pPr marL="3216910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6pPr>
      <a:lvl7pPr marL="3860800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7pPr>
      <a:lvl8pPr marL="4504055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8pPr>
      <a:lvl9pPr marL="5147310" algn="l" defTabSz="1287145" rtl="0" eaLnBrk="1" latinLnBrk="0" hangingPunct="1">
        <a:defRPr sz="25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8000">
              <a:schemeClr val="accent1">
                <a:lumMod val="60000"/>
                <a:lumOff val="40000"/>
              </a:schemeClr>
            </a:gs>
            <a:gs pos="100000">
              <a:schemeClr val="accent5">
                <a:lumMod val="20000"/>
                <a:lumOff val="80000"/>
              </a:schemeClr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va2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1615" y="504825"/>
            <a:ext cx="6403340" cy="85375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2496820" y="2914650"/>
            <a:ext cx="19480530" cy="3942715"/>
            <a:chOff x="3932" y="4590"/>
            <a:chExt cx="30678" cy="6209"/>
          </a:xfrm>
        </p:grpSpPr>
        <p:sp>
          <p:nvSpPr>
            <p:cNvPr id="5" name="文本框 4"/>
            <p:cNvSpPr txBox="1"/>
            <p:nvPr/>
          </p:nvSpPr>
          <p:spPr>
            <a:xfrm>
              <a:off x="3932" y="4590"/>
              <a:ext cx="3067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ln w="41275">
                    <a:noFill/>
                  </a:ln>
                  <a:latin typeface="Minecraft AE" panose="02000604000000000000" charset="-122"/>
                  <a:ea typeface="Minecraft AE" panose="02000604000000000000" charset="-122"/>
                  <a:cs typeface="Minecraft AE" panose="02000604000000000000" charset="-122"/>
                </a:rPr>
                <a:t>The Vanilla Awards(TVA)</a:t>
              </a:r>
              <a:endParaRPr lang="en-US" altLang="zh-CN" sz="9600" b="1">
                <a:ln w="41275">
                  <a:noFill/>
                </a:ln>
                <a:latin typeface="Minecraft AE" panose="02000604000000000000" charset="-122"/>
                <a:ea typeface="Minecraft AE" panose="02000604000000000000" charset="-122"/>
                <a:cs typeface="Minecraft AE" panose="02000604000000000000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932" y="8290"/>
              <a:ext cx="6568" cy="2470"/>
            </a:xfrm>
            <a:prstGeom prst="rect">
              <a:avLst/>
            </a:prstGeom>
            <a:noFill/>
          </p:spPr>
          <p:txBody>
            <a:bodyPr wrap="square" rtlCol="0" anchor="b" anchorCtr="0">
              <a:spAutoFit/>
            </a:bodyPr>
            <a:p>
              <a:r>
                <a:rPr lang="zh-CN" altLang="en-US" sz="9600" b="1">
                  <a:ln w="38100">
                    <a:noFill/>
                  </a:ln>
                  <a:latin typeface="俐方体11号" charset="-122"/>
                  <a:ea typeface="俐方体11号" charset="-122"/>
                  <a:cs typeface="Minecraft AE" panose="02000604000000000000" charset="-122"/>
                </a:rPr>
                <a:t>香草奖</a:t>
              </a:r>
              <a:r>
                <a:rPr lang="en-US" altLang="zh-CN" sz="9600" b="1">
                  <a:ln w="38100">
                    <a:noFill/>
                  </a:ln>
                  <a:latin typeface="俐方体11号" charset="-122"/>
                  <a:ea typeface="俐方体11号" charset="-122"/>
                  <a:cs typeface="Minecraft AE" panose="02000604000000000000" charset="-122"/>
                </a:rPr>
                <a:t>          </a:t>
              </a:r>
              <a:r>
                <a:rPr lang="en-US" altLang="zh-CN" sz="9600" b="1">
                  <a:ln w="38100">
                    <a:noFill/>
                  </a:ln>
                  <a:latin typeface="Minecraft AE" panose="02000604000000000000" charset="-122"/>
                  <a:ea typeface="Minecraft AE" panose="02000604000000000000" charset="-122"/>
                  <a:cs typeface="Minecraft AE" panose="02000604000000000000" charset="-122"/>
                </a:rPr>
                <a:t> </a:t>
              </a:r>
              <a:endParaRPr lang="en-US" altLang="zh-CN" sz="9600" b="1">
                <a:ln w="38100">
                  <a:noFill/>
                </a:ln>
                <a:latin typeface="Minecraft AE" panose="02000604000000000000" charset="-122"/>
                <a:ea typeface="Minecraft AE" panose="02000604000000000000" charset="-122"/>
                <a:cs typeface="Minecraft AE" panose="02000604000000000000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501" y="8329"/>
              <a:ext cx="6462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9600">
                  <a:ln w="38100">
                    <a:noFill/>
                  </a:ln>
                  <a:latin typeface="Minecraft AE" panose="02000604000000000000" charset="-122"/>
                  <a:ea typeface="Minecraft AE" panose="02000604000000000000" charset="-122"/>
                  <a:cs typeface="Minecraft AE" panose="02000604000000000000" charset="-122"/>
                  <a:sym typeface="+mn-ea"/>
                </a:rPr>
                <a:t>2025</a:t>
              </a:r>
              <a:endParaRPr lang="en-US" altLang="zh-CN" sz="9600">
                <a:ln w="38100">
                  <a:noFill/>
                </a:ln>
                <a:latin typeface="Minecraft AE" panose="02000604000000000000" charset="-122"/>
                <a:ea typeface="Minecraft AE" panose="02000604000000000000" charset="-122"/>
                <a:cs typeface="Minecraft AE" panose="02000604000000000000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6964" y="8290"/>
              <a:ext cx="9490" cy="247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9600" b="1">
                  <a:ln w="38100">
                    <a:noFill/>
                  </a:ln>
                  <a:latin typeface="俐方体11号" charset="-122"/>
                  <a:ea typeface="俐方体11号" charset="-122"/>
                  <a:cs typeface="Minecraft AE" panose="02000604000000000000" charset="-122"/>
                  <a:sym typeface="+mn-ea"/>
                </a:rPr>
                <a:t>颁奖典礼</a:t>
              </a:r>
              <a:endParaRPr lang="zh-CN" altLang="en-US" sz="9600" b="1">
                <a:ln w="38100">
                  <a:noFill/>
                </a:ln>
                <a:latin typeface="俐方体11号" charset="-122"/>
                <a:ea typeface="俐方体11号" charset="-122"/>
                <a:cs typeface="Minecraft AE" panose="02000604000000000000" charset="-122"/>
                <a:sym typeface="+mn-ea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alpha val="0"/>
              </a:schemeClr>
            </a:gs>
            <a:gs pos="50000">
              <a:schemeClr val="accent1">
                <a:lumMod val="60000"/>
                <a:lumOff val="40000"/>
                <a:alpha val="50000"/>
              </a:schemeClr>
            </a:gs>
            <a:gs pos="100000">
              <a:schemeClr val="accent5">
                <a:lumMod val="20000"/>
                <a:lumOff val="80000"/>
                <a:alpha val="0"/>
              </a:schemeClr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va2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1615" y="504825"/>
            <a:ext cx="6403340" cy="85375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俐方体11号</vt:lpstr>
      <vt:lpstr>Minecraft AE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苍鹰</cp:lastModifiedBy>
  <cp:revision>156</cp:revision>
  <dcterms:created xsi:type="dcterms:W3CDTF">2019-06-19T02:08:00Z</dcterms:created>
  <dcterms:modified xsi:type="dcterms:W3CDTF">2026-01-20T07:13:32Z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5E3C7BD7E3954AAC84E5A622224B5A8D_11</vt:lpwstr>
  </property>
</Properties>
</file>