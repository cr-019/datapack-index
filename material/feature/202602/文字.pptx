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33350" y="429260"/>
            <a:ext cx="6636385" cy="1981835"/>
            <a:chOff x="1840" y="2487"/>
            <a:chExt cx="10451" cy="3121"/>
          </a:xfrm>
        </p:grpSpPr>
        <p:sp>
          <p:nvSpPr>
            <p:cNvPr id="4" name="文本框 3"/>
            <p:cNvSpPr txBox="1"/>
            <p:nvPr/>
          </p:nvSpPr>
          <p:spPr>
            <a:xfrm>
              <a:off x="1840" y="2487"/>
              <a:ext cx="10218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tx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tx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1946" y="3543"/>
              <a:ext cx="10112" cy="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841" y="3720"/>
              <a:ext cx="10450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sz="3600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着色器实践篇：</a:t>
              </a:r>
              <a:r>
                <a:rPr lang="en-US" altLang="zh-CN" sz="3600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2D</a:t>
              </a:r>
              <a:r>
                <a:rPr lang="zh-CN" altLang="en-US" sz="3600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场景搭建和代码雨效果</a:t>
              </a:r>
              <a:endParaRPr lang="zh-CN" altLang="en-US" sz="3600" b="1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744585" cy="1844040"/>
            <a:chOff x="5266" y="6745"/>
            <a:chExt cx="13771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371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TSB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解析其三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——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生物攻击检测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77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制作原版象棋（下）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37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Brainduck 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解释器的实现与性能优化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严文超</cp:lastModifiedBy>
  <cp:revision>177</cp:revision>
  <dcterms:created xsi:type="dcterms:W3CDTF">2019-06-19T02:08:00Z</dcterms:created>
  <dcterms:modified xsi:type="dcterms:W3CDTF">2026-02-13T10:50:57Z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B3F51DA826B246D8BE882DDEB6B4CF5E_13</vt:lpwstr>
  </property>
</Properties>
</file>