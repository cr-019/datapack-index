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744345" y="429260"/>
            <a:ext cx="4311650" cy="1428115"/>
            <a:chOff x="4377" y="2487"/>
            <a:chExt cx="6790" cy="2249"/>
          </a:xfrm>
        </p:grpSpPr>
        <p:sp>
          <p:nvSpPr>
            <p:cNvPr id="4" name="文本框 3"/>
            <p:cNvSpPr txBox="1"/>
            <p:nvPr/>
          </p:nvSpPr>
          <p:spPr>
            <a:xfrm>
              <a:off x="4377" y="2487"/>
              <a:ext cx="679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精选</a:t>
              </a:r>
              <a:endParaRPr lang="zh-CN" altLang="en-US" sz="3600" b="1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377" y="3531"/>
              <a:ext cx="6671" cy="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4377" y="3720"/>
              <a:ext cx="662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自定义物理小车</a:t>
              </a:r>
              <a:endParaRPr lang="zh-CN" altLang="en-US" sz="36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>
            <a:off x="976630" y="4283075"/>
            <a:ext cx="8744585" cy="1844040"/>
            <a:chOff x="5266" y="6745"/>
            <a:chExt cx="13771" cy="2904"/>
          </a:xfrm>
        </p:grpSpPr>
        <p:sp>
          <p:nvSpPr>
            <p:cNvPr id="11" name="文本框 10"/>
            <p:cNvSpPr txBox="1"/>
            <p:nvPr/>
          </p:nvSpPr>
          <p:spPr>
            <a:xfrm>
              <a:off x="5327" y="6745"/>
              <a:ext cx="1371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大沙包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——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数据包测试终极答案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66" y="7786"/>
              <a:ext cx="1377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沉默乐章：错位音</a:t>
              </a:r>
              <a:endParaRPr lang="en-US" altLang="zh-CN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" y="8827"/>
              <a:ext cx="137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可视化生物群系源编辑网站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036570" y="325120"/>
            <a:ext cx="2486025" cy="721360"/>
            <a:chOff x="4782" y="512"/>
            <a:chExt cx="3915" cy="1136"/>
          </a:xfrm>
        </p:grpSpPr>
        <p:sp>
          <p:nvSpPr>
            <p:cNvPr id="4" name="圆角矩形 3"/>
            <p:cNvSpPr/>
            <p:nvPr/>
          </p:nvSpPr>
          <p:spPr>
            <a:xfrm>
              <a:off x="4782" y="512"/>
              <a:ext cx="3915" cy="1136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917" y="512"/>
              <a:ext cx="3675" cy="931"/>
              <a:chOff x="4917" y="512"/>
              <a:chExt cx="3675" cy="931"/>
            </a:xfrm>
          </p:grpSpPr>
          <p:pic>
            <p:nvPicPr>
              <p:cNvPr id="5" name="图片 4" descr="b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17" y="512"/>
                <a:ext cx="438" cy="931"/>
              </a:xfrm>
              <a:prstGeom prst="rect">
                <a:avLst/>
              </a:prstGeom>
            </p:spPr>
          </p:pic>
          <p:pic>
            <p:nvPicPr>
              <p:cNvPr id="6" name="图片 5" descr="图片1"/>
              <p:cNvPicPr>
                <a:picLocks noChangeAspect="1"/>
              </p:cNvPicPr>
              <p:nvPr/>
            </p:nvPicPr>
            <p:blipFill>
              <a:blip r:embed="rId2"/>
              <a:srcRect r="48832"/>
              <a:stretch>
                <a:fillRect/>
              </a:stretch>
            </p:blipFill>
            <p:spPr>
              <a:xfrm>
                <a:off x="5459" y="644"/>
                <a:ext cx="3133" cy="789"/>
              </a:xfrm>
              <a:prstGeom prst="rect">
                <a:avLst/>
              </a:prstGeom>
              <a:effectLst/>
            </p:spPr>
          </p:pic>
        </p:grp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思源宋体 CN Heavy</vt:lpstr>
      <vt:lpstr>思源黑体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严文超</cp:lastModifiedBy>
  <cp:revision>182</cp:revision>
  <dcterms:created xsi:type="dcterms:W3CDTF">2019-06-19T02:08:00Z</dcterms:created>
  <dcterms:modified xsi:type="dcterms:W3CDTF">2026-08-14T09:51:46Z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B3F51DA826B246D8BE882DDEB6B4CF5E_13</vt:lpwstr>
  </property>
</Properties>
</file>